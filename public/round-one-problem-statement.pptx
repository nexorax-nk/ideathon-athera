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Alice" charset="1" panose="00000500000000000000"/>
      <p:regular r:id="rId15"/>
    </p:embeddedFont>
    <p:embeddedFont>
      <p:font typeface="Alice Bold" charset="1" panose="00000500000000000000"/>
      <p:regular r:id="rId16"/>
    </p:embeddedFont>
    <p:embeddedFont>
      <p:font typeface="Canva Sans" charset="1" panose="020B05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9.png" Type="http://schemas.openxmlformats.org/officeDocument/2006/relationships/image"/><Relationship Id="rId6" Target="../media/image10.svg" Type="http://schemas.openxmlformats.org/officeDocument/2006/relationships/image"/><Relationship Id="rId7" Target="../media/image11.png" Type="http://schemas.openxmlformats.org/officeDocument/2006/relationships/image"/><Relationship Id="rId8" Target="../media/image1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13.png" Type="http://schemas.openxmlformats.org/officeDocument/2006/relationships/image"/><Relationship Id="rId6" Target="../media/image1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205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71399" y="0"/>
            <a:ext cx="19830798" cy="1800225"/>
            <a:chOff x="0" y="0"/>
            <a:chExt cx="5222926" cy="474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22926" cy="474133"/>
            </a:xfrm>
            <a:custGeom>
              <a:avLst/>
              <a:gdLst/>
              <a:ahLst/>
              <a:cxnLst/>
              <a:rect r="r" b="b" t="t" l="l"/>
              <a:pathLst>
                <a:path h="474133" w="5222926">
                  <a:moveTo>
                    <a:pt x="5019726" y="0"/>
                  </a:moveTo>
                  <a:cubicBezTo>
                    <a:pt x="5131951" y="0"/>
                    <a:pt x="5222926" y="106138"/>
                    <a:pt x="5222926" y="237067"/>
                  </a:cubicBezTo>
                  <a:cubicBezTo>
                    <a:pt x="5222926" y="367995"/>
                    <a:pt x="5131951" y="474133"/>
                    <a:pt x="5019726" y="474133"/>
                  </a:cubicBezTo>
                  <a:lnTo>
                    <a:pt x="203200" y="474133"/>
                  </a:lnTo>
                  <a:cubicBezTo>
                    <a:pt x="90976" y="474133"/>
                    <a:pt x="0" y="367995"/>
                    <a:pt x="0" y="237067"/>
                  </a:cubicBezTo>
                  <a:cubicBezTo>
                    <a:pt x="0" y="10613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2050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22926" cy="512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435212" y="-206359"/>
            <a:ext cx="4852788" cy="2212943"/>
            <a:chOff x="0" y="0"/>
            <a:chExt cx="6470384" cy="2950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774349" y="481966"/>
              <a:ext cx="3696035" cy="2168079"/>
            </a:xfrm>
            <a:custGeom>
              <a:avLst/>
              <a:gdLst/>
              <a:ahLst/>
              <a:cxnLst/>
              <a:rect r="r" b="b" t="t" l="l"/>
              <a:pathLst>
                <a:path h="2168079" w="3696035">
                  <a:moveTo>
                    <a:pt x="0" y="0"/>
                  </a:moveTo>
                  <a:lnTo>
                    <a:pt x="3696035" y="0"/>
                  </a:lnTo>
                  <a:lnTo>
                    <a:pt x="3696035" y="2168079"/>
                  </a:lnTo>
                  <a:lnTo>
                    <a:pt x="0" y="216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2105" t="-137672" r="-73066" b="-180285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50591" cy="2950591"/>
            </a:xfrm>
            <a:custGeom>
              <a:avLst/>
              <a:gdLst/>
              <a:ahLst/>
              <a:cxnLst/>
              <a:rect r="r" b="b" t="t" l="l"/>
              <a:pathLst>
                <a:path h="2950591" w="2950591">
                  <a:moveTo>
                    <a:pt x="0" y="0"/>
                  </a:moveTo>
                  <a:lnTo>
                    <a:pt x="2950591" y="0"/>
                  </a:lnTo>
                  <a:lnTo>
                    <a:pt x="2950591" y="2950591"/>
                  </a:lnTo>
                  <a:lnTo>
                    <a:pt x="0" y="2950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57039" y="214811"/>
            <a:ext cx="1902509" cy="1430469"/>
          </a:xfrm>
          <a:custGeom>
            <a:avLst/>
            <a:gdLst/>
            <a:ahLst/>
            <a:cxnLst/>
            <a:rect r="r" b="b" t="t" l="l"/>
            <a:pathLst>
              <a:path h="1430469" w="1902509">
                <a:moveTo>
                  <a:pt x="0" y="0"/>
                </a:moveTo>
                <a:lnTo>
                  <a:pt x="1902509" y="0"/>
                </a:lnTo>
                <a:lnTo>
                  <a:pt x="1902509" y="1430469"/>
                </a:lnTo>
                <a:lnTo>
                  <a:pt x="0" y="1430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54523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197192" y="3482999"/>
            <a:ext cx="12664414" cy="3321002"/>
          </a:xfrm>
          <a:custGeom>
            <a:avLst/>
            <a:gdLst/>
            <a:ahLst/>
            <a:cxnLst/>
            <a:rect r="r" b="b" t="t" l="l"/>
            <a:pathLst>
              <a:path h="3321002" w="12664414">
                <a:moveTo>
                  <a:pt x="0" y="0"/>
                </a:moveTo>
                <a:lnTo>
                  <a:pt x="12664414" y="0"/>
                </a:lnTo>
                <a:lnTo>
                  <a:pt x="12664414" y="3321002"/>
                </a:lnTo>
                <a:lnTo>
                  <a:pt x="0" y="33210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6791" r="0" b="-87436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-14849138" y="3756746"/>
            <a:ext cx="19279375" cy="6530254"/>
          </a:xfrm>
          <a:custGeom>
            <a:avLst/>
            <a:gdLst/>
            <a:ahLst/>
            <a:cxnLst/>
            <a:rect r="r" b="b" t="t" l="l"/>
            <a:pathLst>
              <a:path h="6530254" w="19279375">
                <a:moveTo>
                  <a:pt x="19279376" y="0"/>
                </a:moveTo>
                <a:lnTo>
                  <a:pt x="0" y="0"/>
                </a:lnTo>
                <a:lnTo>
                  <a:pt x="0" y="6530254"/>
                </a:lnTo>
                <a:lnTo>
                  <a:pt x="19279376" y="6530254"/>
                </a:lnTo>
                <a:lnTo>
                  <a:pt x="19279376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12060917" y="4059917"/>
            <a:ext cx="6227083" cy="6227083"/>
          </a:xfrm>
          <a:custGeom>
            <a:avLst/>
            <a:gdLst/>
            <a:ahLst/>
            <a:cxnLst/>
            <a:rect r="r" b="b" t="t" l="l"/>
            <a:pathLst>
              <a:path h="6227083" w="6227083">
                <a:moveTo>
                  <a:pt x="6227083" y="0"/>
                </a:moveTo>
                <a:lnTo>
                  <a:pt x="0" y="0"/>
                </a:lnTo>
                <a:lnTo>
                  <a:pt x="0" y="6227083"/>
                </a:lnTo>
                <a:lnTo>
                  <a:pt x="6227083" y="6227083"/>
                </a:lnTo>
                <a:lnTo>
                  <a:pt x="6227083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771399" y="0"/>
            <a:ext cx="19830798" cy="1800225"/>
            <a:chOff x="0" y="0"/>
            <a:chExt cx="5222926" cy="474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22926" cy="474133"/>
            </a:xfrm>
            <a:custGeom>
              <a:avLst/>
              <a:gdLst/>
              <a:ahLst/>
              <a:cxnLst/>
              <a:rect r="r" b="b" t="t" l="l"/>
              <a:pathLst>
                <a:path h="474133" w="5222926">
                  <a:moveTo>
                    <a:pt x="5019726" y="0"/>
                  </a:moveTo>
                  <a:cubicBezTo>
                    <a:pt x="5131951" y="0"/>
                    <a:pt x="5222926" y="106138"/>
                    <a:pt x="5222926" y="237067"/>
                  </a:cubicBezTo>
                  <a:cubicBezTo>
                    <a:pt x="5222926" y="367995"/>
                    <a:pt x="5131951" y="474133"/>
                    <a:pt x="5019726" y="474133"/>
                  </a:cubicBezTo>
                  <a:lnTo>
                    <a:pt x="203200" y="474133"/>
                  </a:lnTo>
                  <a:cubicBezTo>
                    <a:pt x="90976" y="474133"/>
                    <a:pt x="0" y="367995"/>
                    <a:pt x="0" y="237067"/>
                  </a:cubicBezTo>
                  <a:cubicBezTo>
                    <a:pt x="0" y="10613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22926" cy="512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435212" y="-206359"/>
            <a:ext cx="4852788" cy="2212943"/>
            <a:chOff x="0" y="0"/>
            <a:chExt cx="6470384" cy="29505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2774349" y="481966"/>
              <a:ext cx="3696035" cy="2168079"/>
            </a:xfrm>
            <a:custGeom>
              <a:avLst/>
              <a:gdLst/>
              <a:ahLst/>
              <a:cxnLst/>
              <a:rect r="r" b="b" t="t" l="l"/>
              <a:pathLst>
                <a:path h="2168079" w="3696035">
                  <a:moveTo>
                    <a:pt x="0" y="0"/>
                  </a:moveTo>
                  <a:lnTo>
                    <a:pt x="3696035" y="0"/>
                  </a:lnTo>
                  <a:lnTo>
                    <a:pt x="3696035" y="2168079"/>
                  </a:lnTo>
                  <a:lnTo>
                    <a:pt x="0" y="216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2105" t="-137672" r="-73066" b="-180285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950591" cy="2950591"/>
            </a:xfrm>
            <a:custGeom>
              <a:avLst/>
              <a:gdLst/>
              <a:ahLst/>
              <a:cxnLst/>
              <a:rect r="r" b="b" t="t" l="l"/>
              <a:pathLst>
                <a:path h="2950591" w="2950591">
                  <a:moveTo>
                    <a:pt x="0" y="0"/>
                  </a:moveTo>
                  <a:lnTo>
                    <a:pt x="2950591" y="0"/>
                  </a:lnTo>
                  <a:lnTo>
                    <a:pt x="2950591" y="2950591"/>
                  </a:lnTo>
                  <a:lnTo>
                    <a:pt x="0" y="2950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257039" y="214811"/>
            <a:ext cx="1902509" cy="1430469"/>
          </a:xfrm>
          <a:custGeom>
            <a:avLst/>
            <a:gdLst/>
            <a:ahLst/>
            <a:cxnLst/>
            <a:rect r="r" b="b" t="t" l="l"/>
            <a:pathLst>
              <a:path h="1430469" w="1902509">
                <a:moveTo>
                  <a:pt x="0" y="0"/>
                </a:moveTo>
                <a:lnTo>
                  <a:pt x="1902509" y="0"/>
                </a:lnTo>
                <a:lnTo>
                  <a:pt x="1902509" y="1430469"/>
                </a:lnTo>
                <a:lnTo>
                  <a:pt x="0" y="143046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254523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true" rot="4613215">
            <a:off x="-237296" y="7084232"/>
            <a:ext cx="6892052" cy="6942543"/>
          </a:xfrm>
          <a:custGeom>
            <a:avLst/>
            <a:gdLst/>
            <a:ahLst/>
            <a:cxnLst/>
            <a:rect r="r" b="b" t="t" l="l"/>
            <a:pathLst>
              <a:path h="6942543" w="6892052">
                <a:moveTo>
                  <a:pt x="0" y="6942543"/>
                </a:moveTo>
                <a:lnTo>
                  <a:pt x="6892052" y="6942543"/>
                </a:lnTo>
                <a:lnTo>
                  <a:pt x="6892052" y="0"/>
                </a:lnTo>
                <a:lnTo>
                  <a:pt x="0" y="0"/>
                </a:lnTo>
                <a:lnTo>
                  <a:pt x="0" y="6942543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601700" y="1367810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1208293" y="3364421"/>
            <a:ext cx="6747643" cy="4067786"/>
            <a:chOff x="0" y="0"/>
            <a:chExt cx="8996857" cy="542371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4424141"/>
              <a:ext cx="8996857" cy="9995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35"/>
                </a:lnSpc>
              </a:pPr>
              <a:r>
                <a:rPr lang="en-US" sz="4453">
                  <a:solidFill>
                    <a:srgbClr val="000000"/>
                  </a:solidFill>
                  <a:latin typeface="Alice"/>
                  <a:ea typeface="Alice"/>
                  <a:cs typeface="Alice"/>
                  <a:sym typeface="Alice"/>
                </a:rPr>
                <a:t>PROBLEM STATEMENT: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184527" y="-95250"/>
              <a:ext cx="4827082" cy="9995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35"/>
                </a:lnSpc>
              </a:pPr>
              <a:r>
                <a:rPr lang="en-US" sz="4453">
                  <a:solidFill>
                    <a:srgbClr val="000000"/>
                  </a:solidFill>
                  <a:latin typeface="Alice"/>
                  <a:ea typeface="Alice"/>
                  <a:cs typeface="Alice"/>
                  <a:sym typeface="Alice"/>
                </a:rPr>
                <a:t>TEAM NAME: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162771" y="2164446"/>
              <a:ext cx="8028136" cy="9995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235"/>
                </a:lnSpc>
              </a:pPr>
              <a:r>
                <a:rPr lang="en-US" sz="4453">
                  <a:solidFill>
                    <a:srgbClr val="000000"/>
                  </a:solidFill>
                  <a:latin typeface="Alice"/>
                  <a:ea typeface="Alice"/>
                  <a:cs typeface="Alice"/>
                  <a:sym typeface="Alice"/>
                </a:rPr>
                <a:t>TEAM LEADER NAME: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31069" y="0"/>
            <a:ext cx="19830798" cy="1800225"/>
            <a:chOff x="0" y="0"/>
            <a:chExt cx="5222926" cy="474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22926" cy="474133"/>
            </a:xfrm>
            <a:custGeom>
              <a:avLst/>
              <a:gdLst/>
              <a:ahLst/>
              <a:cxnLst/>
              <a:rect r="r" b="b" t="t" l="l"/>
              <a:pathLst>
                <a:path h="474133" w="5222926">
                  <a:moveTo>
                    <a:pt x="5019726" y="0"/>
                  </a:moveTo>
                  <a:cubicBezTo>
                    <a:pt x="5131951" y="0"/>
                    <a:pt x="5222926" y="106138"/>
                    <a:pt x="5222926" y="237067"/>
                  </a:cubicBezTo>
                  <a:cubicBezTo>
                    <a:pt x="5222926" y="367995"/>
                    <a:pt x="5131951" y="474133"/>
                    <a:pt x="5019726" y="474133"/>
                  </a:cubicBezTo>
                  <a:lnTo>
                    <a:pt x="203200" y="474133"/>
                  </a:lnTo>
                  <a:cubicBezTo>
                    <a:pt x="90976" y="474133"/>
                    <a:pt x="0" y="367995"/>
                    <a:pt x="0" y="237067"/>
                  </a:cubicBezTo>
                  <a:cubicBezTo>
                    <a:pt x="0" y="10613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22926" cy="512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57039" y="214811"/>
            <a:ext cx="1902509" cy="1430469"/>
          </a:xfrm>
          <a:custGeom>
            <a:avLst/>
            <a:gdLst/>
            <a:ahLst/>
            <a:cxnLst/>
            <a:rect r="r" b="b" t="t" l="l"/>
            <a:pathLst>
              <a:path h="1430469" w="1902509">
                <a:moveTo>
                  <a:pt x="0" y="0"/>
                </a:moveTo>
                <a:lnTo>
                  <a:pt x="1902509" y="0"/>
                </a:lnTo>
                <a:lnTo>
                  <a:pt x="1902509" y="1430469"/>
                </a:lnTo>
                <a:lnTo>
                  <a:pt x="0" y="143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54523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435212" y="-206359"/>
            <a:ext cx="4852788" cy="2212943"/>
            <a:chOff x="0" y="0"/>
            <a:chExt cx="6470384" cy="29505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774349" y="481966"/>
              <a:ext cx="3696035" cy="2168079"/>
            </a:xfrm>
            <a:custGeom>
              <a:avLst/>
              <a:gdLst/>
              <a:ahLst/>
              <a:cxnLst/>
              <a:rect r="r" b="b" t="t" l="l"/>
              <a:pathLst>
                <a:path h="2168079" w="3696035">
                  <a:moveTo>
                    <a:pt x="0" y="0"/>
                  </a:moveTo>
                  <a:lnTo>
                    <a:pt x="3696035" y="0"/>
                  </a:lnTo>
                  <a:lnTo>
                    <a:pt x="3696035" y="2168079"/>
                  </a:lnTo>
                  <a:lnTo>
                    <a:pt x="0" y="216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105" t="-137672" r="-73066" b="-180285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50591" cy="2950591"/>
            </a:xfrm>
            <a:custGeom>
              <a:avLst/>
              <a:gdLst/>
              <a:ahLst/>
              <a:cxnLst/>
              <a:rect r="r" b="b" t="t" l="l"/>
              <a:pathLst>
                <a:path h="2950591" w="2950591">
                  <a:moveTo>
                    <a:pt x="0" y="0"/>
                  </a:moveTo>
                  <a:lnTo>
                    <a:pt x="2950591" y="0"/>
                  </a:lnTo>
                  <a:lnTo>
                    <a:pt x="2950591" y="2950591"/>
                  </a:lnTo>
                  <a:lnTo>
                    <a:pt x="0" y="2950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2863142" y="162674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6268366" y="2020872"/>
            <a:ext cx="5431929" cy="930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33"/>
              </a:lnSpc>
              <a:spcBef>
                <a:spcPct val="0"/>
              </a:spcBef>
            </a:pPr>
            <a:r>
              <a:rPr lang="en-US" sz="5381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TEAM MEMBERS: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16342" y="4037855"/>
            <a:ext cx="416961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MEMBER 1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15487" y="4037855"/>
            <a:ext cx="416961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MEMBER 2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16342" y="6754399"/>
            <a:ext cx="416961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COLLEGE NAME: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615487" y="6754399"/>
            <a:ext cx="4169615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COLLEGE NAME: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6342" y="5396127"/>
            <a:ext cx="138261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NAME: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615487" y="5396127"/>
            <a:ext cx="1382613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NAME: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-2988424" y="8879472"/>
            <a:ext cx="8592146" cy="2910307"/>
          </a:xfrm>
          <a:custGeom>
            <a:avLst/>
            <a:gdLst/>
            <a:ahLst/>
            <a:cxnLst/>
            <a:rect r="r" b="b" t="t" l="l"/>
            <a:pathLst>
              <a:path h="2910307" w="8592146">
                <a:moveTo>
                  <a:pt x="0" y="0"/>
                </a:moveTo>
                <a:lnTo>
                  <a:pt x="8592145" y="0"/>
                </a:lnTo>
                <a:lnTo>
                  <a:pt x="8592145" y="2910306"/>
                </a:lnTo>
                <a:lnTo>
                  <a:pt x="0" y="291030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31069" y="0"/>
            <a:ext cx="19830798" cy="1800225"/>
            <a:chOff x="0" y="0"/>
            <a:chExt cx="5222926" cy="474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22926" cy="474133"/>
            </a:xfrm>
            <a:custGeom>
              <a:avLst/>
              <a:gdLst/>
              <a:ahLst/>
              <a:cxnLst/>
              <a:rect r="r" b="b" t="t" l="l"/>
              <a:pathLst>
                <a:path h="474133" w="5222926">
                  <a:moveTo>
                    <a:pt x="5019726" y="0"/>
                  </a:moveTo>
                  <a:cubicBezTo>
                    <a:pt x="5131951" y="0"/>
                    <a:pt x="5222926" y="106138"/>
                    <a:pt x="5222926" y="237067"/>
                  </a:cubicBezTo>
                  <a:cubicBezTo>
                    <a:pt x="5222926" y="367995"/>
                    <a:pt x="5131951" y="474133"/>
                    <a:pt x="5019726" y="474133"/>
                  </a:cubicBezTo>
                  <a:lnTo>
                    <a:pt x="203200" y="474133"/>
                  </a:lnTo>
                  <a:cubicBezTo>
                    <a:pt x="90976" y="474133"/>
                    <a:pt x="0" y="367995"/>
                    <a:pt x="0" y="237067"/>
                  </a:cubicBezTo>
                  <a:cubicBezTo>
                    <a:pt x="0" y="10613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22926" cy="512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57039" y="214811"/>
            <a:ext cx="1902509" cy="1430469"/>
          </a:xfrm>
          <a:custGeom>
            <a:avLst/>
            <a:gdLst/>
            <a:ahLst/>
            <a:cxnLst/>
            <a:rect r="r" b="b" t="t" l="l"/>
            <a:pathLst>
              <a:path h="1430469" w="1902509">
                <a:moveTo>
                  <a:pt x="0" y="0"/>
                </a:moveTo>
                <a:lnTo>
                  <a:pt x="1902509" y="0"/>
                </a:lnTo>
                <a:lnTo>
                  <a:pt x="1902509" y="1430469"/>
                </a:lnTo>
                <a:lnTo>
                  <a:pt x="0" y="143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54523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435212" y="-206359"/>
            <a:ext cx="4852788" cy="2212943"/>
            <a:chOff x="0" y="0"/>
            <a:chExt cx="6470384" cy="29505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774349" y="481966"/>
              <a:ext cx="3696035" cy="2168079"/>
            </a:xfrm>
            <a:custGeom>
              <a:avLst/>
              <a:gdLst/>
              <a:ahLst/>
              <a:cxnLst/>
              <a:rect r="r" b="b" t="t" l="l"/>
              <a:pathLst>
                <a:path h="2168079" w="3696035">
                  <a:moveTo>
                    <a:pt x="0" y="0"/>
                  </a:moveTo>
                  <a:lnTo>
                    <a:pt x="3696035" y="0"/>
                  </a:lnTo>
                  <a:lnTo>
                    <a:pt x="3696035" y="2168079"/>
                  </a:lnTo>
                  <a:lnTo>
                    <a:pt x="0" y="216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105" t="-137672" r="-73066" b="-180285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50591" cy="2950591"/>
            </a:xfrm>
            <a:custGeom>
              <a:avLst/>
              <a:gdLst/>
              <a:ahLst/>
              <a:cxnLst/>
              <a:rect r="r" b="b" t="t" l="l"/>
              <a:pathLst>
                <a:path h="2950591" w="2950591">
                  <a:moveTo>
                    <a:pt x="0" y="0"/>
                  </a:moveTo>
                  <a:lnTo>
                    <a:pt x="2950591" y="0"/>
                  </a:lnTo>
                  <a:lnTo>
                    <a:pt x="2950591" y="2950591"/>
                  </a:lnTo>
                  <a:lnTo>
                    <a:pt x="0" y="2950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5380978" y="2621692"/>
            <a:ext cx="7206704" cy="930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533"/>
              </a:lnSpc>
              <a:spcBef>
                <a:spcPct val="0"/>
              </a:spcBef>
            </a:pPr>
            <a:r>
              <a:rPr lang="en-US" sz="5381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PROBLEM STATEMENT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601700" y="1292957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31069" y="0"/>
            <a:ext cx="19830798" cy="1800225"/>
            <a:chOff x="0" y="0"/>
            <a:chExt cx="5222926" cy="474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22926" cy="474133"/>
            </a:xfrm>
            <a:custGeom>
              <a:avLst/>
              <a:gdLst/>
              <a:ahLst/>
              <a:cxnLst/>
              <a:rect r="r" b="b" t="t" l="l"/>
              <a:pathLst>
                <a:path h="474133" w="5222926">
                  <a:moveTo>
                    <a:pt x="5019726" y="0"/>
                  </a:moveTo>
                  <a:cubicBezTo>
                    <a:pt x="5131951" y="0"/>
                    <a:pt x="5222926" y="106138"/>
                    <a:pt x="5222926" y="237067"/>
                  </a:cubicBezTo>
                  <a:cubicBezTo>
                    <a:pt x="5222926" y="367995"/>
                    <a:pt x="5131951" y="474133"/>
                    <a:pt x="5019726" y="474133"/>
                  </a:cubicBezTo>
                  <a:lnTo>
                    <a:pt x="203200" y="474133"/>
                  </a:lnTo>
                  <a:cubicBezTo>
                    <a:pt x="90976" y="474133"/>
                    <a:pt x="0" y="367995"/>
                    <a:pt x="0" y="237067"/>
                  </a:cubicBezTo>
                  <a:cubicBezTo>
                    <a:pt x="0" y="10613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22926" cy="512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57039" y="214811"/>
            <a:ext cx="1902509" cy="1430469"/>
          </a:xfrm>
          <a:custGeom>
            <a:avLst/>
            <a:gdLst/>
            <a:ahLst/>
            <a:cxnLst/>
            <a:rect r="r" b="b" t="t" l="l"/>
            <a:pathLst>
              <a:path h="1430469" w="1902509">
                <a:moveTo>
                  <a:pt x="0" y="0"/>
                </a:moveTo>
                <a:lnTo>
                  <a:pt x="1902509" y="0"/>
                </a:lnTo>
                <a:lnTo>
                  <a:pt x="1902509" y="1430469"/>
                </a:lnTo>
                <a:lnTo>
                  <a:pt x="0" y="143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54523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435212" y="-206359"/>
            <a:ext cx="4852788" cy="2212943"/>
            <a:chOff x="0" y="0"/>
            <a:chExt cx="6470384" cy="29505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774349" y="481966"/>
              <a:ext cx="3696035" cy="2168079"/>
            </a:xfrm>
            <a:custGeom>
              <a:avLst/>
              <a:gdLst/>
              <a:ahLst/>
              <a:cxnLst/>
              <a:rect r="r" b="b" t="t" l="l"/>
              <a:pathLst>
                <a:path h="2168079" w="3696035">
                  <a:moveTo>
                    <a:pt x="0" y="0"/>
                  </a:moveTo>
                  <a:lnTo>
                    <a:pt x="3696035" y="0"/>
                  </a:lnTo>
                  <a:lnTo>
                    <a:pt x="3696035" y="2168079"/>
                  </a:lnTo>
                  <a:lnTo>
                    <a:pt x="0" y="216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105" t="-137672" r="-73066" b="-180285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50591" cy="2950591"/>
            </a:xfrm>
            <a:custGeom>
              <a:avLst/>
              <a:gdLst/>
              <a:ahLst/>
              <a:cxnLst/>
              <a:rect r="r" b="b" t="t" l="l"/>
              <a:pathLst>
                <a:path h="2950591" w="2950591">
                  <a:moveTo>
                    <a:pt x="0" y="0"/>
                  </a:moveTo>
                  <a:lnTo>
                    <a:pt x="2950591" y="0"/>
                  </a:lnTo>
                  <a:lnTo>
                    <a:pt x="2950591" y="2950591"/>
                  </a:lnTo>
                  <a:lnTo>
                    <a:pt x="0" y="2950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690965" y="2349347"/>
            <a:ext cx="3262312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SOLUTION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3063416" y="121523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31069" y="0"/>
            <a:ext cx="19830798" cy="1800225"/>
            <a:chOff x="0" y="0"/>
            <a:chExt cx="5222926" cy="474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22926" cy="474133"/>
            </a:xfrm>
            <a:custGeom>
              <a:avLst/>
              <a:gdLst/>
              <a:ahLst/>
              <a:cxnLst/>
              <a:rect r="r" b="b" t="t" l="l"/>
              <a:pathLst>
                <a:path h="474133" w="5222926">
                  <a:moveTo>
                    <a:pt x="5019726" y="0"/>
                  </a:moveTo>
                  <a:cubicBezTo>
                    <a:pt x="5131951" y="0"/>
                    <a:pt x="5222926" y="106138"/>
                    <a:pt x="5222926" y="237067"/>
                  </a:cubicBezTo>
                  <a:cubicBezTo>
                    <a:pt x="5222926" y="367995"/>
                    <a:pt x="5131951" y="474133"/>
                    <a:pt x="5019726" y="474133"/>
                  </a:cubicBezTo>
                  <a:lnTo>
                    <a:pt x="203200" y="474133"/>
                  </a:lnTo>
                  <a:cubicBezTo>
                    <a:pt x="90976" y="474133"/>
                    <a:pt x="0" y="367995"/>
                    <a:pt x="0" y="237067"/>
                  </a:cubicBezTo>
                  <a:cubicBezTo>
                    <a:pt x="0" y="10613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22926" cy="512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57039" y="214811"/>
            <a:ext cx="1902509" cy="1430469"/>
          </a:xfrm>
          <a:custGeom>
            <a:avLst/>
            <a:gdLst/>
            <a:ahLst/>
            <a:cxnLst/>
            <a:rect r="r" b="b" t="t" l="l"/>
            <a:pathLst>
              <a:path h="1430469" w="1902509">
                <a:moveTo>
                  <a:pt x="0" y="0"/>
                </a:moveTo>
                <a:lnTo>
                  <a:pt x="1902509" y="0"/>
                </a:lnTo>
                <a:lnTo>
                  <a:pt x="1902509" y="1430469"/>
                </a:lnTo>
                <a:lnTo>
                  <a:pt x="0" y="143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54523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435212" y="-206359"/>
            <a:ext cx="4852788" cy="2212943"/>
            <a:chOff x="0" y="0"/>
            <a:chExt cx="6470384" cy="29505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774349" y="481966"/>
              <a:ext cx="3696035" cy="2168079"/>
            </a:xfrm>
            <a:custGeom>
              <a:avLst/>
              <a:gdLst/>
              <a:ahLst/>
              <a:cxnLst/>
              <a:rect r="r" b="b" t="t" l="l"/>
              <a:pathLst>
                <a:path h="2168079" w="3696035">
                  <a:moveTo>
                    <a:pt x="0" y="0"/>
                  </a:moveTo>
                  <a:lnTo>
                    <a:pt x="3696035" y="0"/>
                  </a:lnTo>
                  <a:lnTo>
                    <a:pt x="3696035" y="2168079"/>
                  </a:lnTo>
                  <a:lnTo>
                    <a:pt x="0" y="216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105" t="-137672" r="-73066" b="-180285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50591" cy="2950591"/>
            </a:xfrm>
            <a:custGeom>
              <a:avLst/>
              <a:gdLst/>
              <a:ahLst/>
              <a:cxnLst/>
              <a:rect r="r" b="b" t="t" l="l"/>
              <a:pathLst>
                <a:path h="2950591" w="2950591">
                  <a:moveTo>
                    <a:pt x="0" y="0"/>
                  </a:moveTo>
                  <a:lnTo>
                    <a:pt x="2950591" y="0"/>
                  </a:lnTo>
                  <a:lnTo>
                    <a:pt x="2950591" y="2950591"/>
                  </a:lnTo>
                  <a:lnTo>
                    <a:pt x="0" y="2950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463451" y="2339657"/>
            <a:ext cx="7592318" cy="896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TECHNICAL FEASIBILITY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863142" y="162674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31069" y="0"/>
            <a:ext cx="19830798" cy="1800225"/>
            <a:chOff x="0" y="0"/>
            <a:chExt cx="5222926" cy="474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22926" cy="474133"/>
            </a:xfrm>
            <a:custGeom>
              <a:avLst/>
              <a:gdLst/>
              <a:ahLst/>
              <a:cxnLst/>
              <a:rect r="r" b="b" t="t" l="l"/>
              <a:pathLst>
                <a:path h="474133" w="5222926">
                  <a:moveTo>
                    <a:pt x="5019726" y="0"/>
                  </a:moveTo>
                  <a:cubicBezTo>
                    <a:pt x="5131951" y="0"/>
                    <a:pt x="5222926" y="106138"/>
                    <a:pt x="5222926" y="237067"/>
                  </a:cubicBezTo>
                  <a:cubicBezTo>
                    <a:pt x="5222926" y="367995"/>
                    <a:pt x="5131951" y="474133"/>
                    <a:pt x="5019726" y="474133"/>
                  </a:cubicBezTo>
                  <a:lnTo>
                    <a:pt x="203200" y="474133"/>
                  </a:lnTo>
                  <a:cubicBezTo>
                    <a:pt x="90976" y="474133"/>
                    <a:pt x="0" y="367995"/>
                    <a:pt x="0" y="237067"/>
                  </a:cubicBezTo>
                  <a:cubicBezTo>
                    <a:pt x="0" y="10613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22926" cy="512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57039" y="214811"/>
            <a:ext cx="1902509" cy="1430469"/>
          </a:xfrm>
          <a:custGeom>
            <a:avLst/>
            <a:gdLst/>
            <a:ahLst/>
            <a:cxnLst/>
            <a:rect r="r" b="b" t="t" l="l"/>
            <a:pathLst>
              <a:path h="1430469" w="1902509">
                <a:moveTo>
                  <a:pt x="0" y="0"/>
                </a:moveTo>
                <a:lnTo>
                  <a:pt x="1902509" y="0"/>
                </a:lnTo>
                <a:lnTo>
                  <a:pt x="1902509" y="1430469"/>
                </a:lnTo>
                <a:lnTo>
                  <a:pt x="0" y="143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54523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435212" y="-206359"/>
            <a:ext cx="4852788" cy="2212943"/>
            <a:chOff x="0" y="0"/>
            <a:chExt cx="6470384" cy="29505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774349" y="481966"/>
              <a:ext cx="3696035" cy="2168079"/>
            </a:xfrm>
            <a:custGeom>
              <a:avLst/>
              <a:gdLst/>
              <a:ahLst/>
              <a:cxnLst/>
              <a:rect r="r" b="b" t="t" l="l"/>
              <a:pathLst>
                <a:path h="2168079" w="3696035">
                  <a:moveTo>
                    <a:pt x="0" y="0"/>
                  </a:moveTo>
                  <a:lnTo>
                    <a:pt x="3696035" y="0"/>
                  </a:lnTo>
                  <a:lnTo>
                    <a:pt x="3696035" y="2168079"/>
                  </a:lnTo>
                  <a:lnTo>
                    <a:pt x="0" y="216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105" t="-137672" r="-73066" b="-180285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50591" cy="2950591"/>
            </a:xfrm>
            <a:custGeom>
              <a:avLst/>
              <a:gdLst/>
              <a:ahLst/>
              <a:cxnLst/>
              <a:rect r="r" b="b" t="t" l="l"/>
              <a:pathLst>
                <a:path h="2950591" w="2950591">
                  <a:moveTo>
                    <a:pt x="0" y="0"/>
                  </a:moveTo>
                  <a:lnTo>
                    <a:pt x="2950591" y="0"/>
                  </a:lnTo>
                  <a:lnTo>
                    <a:pt x="2950591" y="2950591"/>
                  </a:lnTo>
                  <a:lnTo>
                    <a:pt x="0" y="2950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763831" y="2307284"/>
            <a:ext cx="7361932" cy="930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33"/>
              </a:lnSpc>
              <a:spcBef>
                <a:spcPct val="0"/>
              </a:spcBef>
            </a:pPr>
            <a:r>
              <a:rPr lang="en-US" sz="5381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COMPETITORS (IF ANY)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863142" y="162674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31069" y="0"/>
            <a:ext cx="19830798" cy="1800225"/>
            <a:chOff x="0" y="0"/>
            <a:chExt cx="5222926" cy="474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22926" cy="474133"/>
            </a:xfrm>
            <a:custGeom>
              <a:avLst/>
              <a:gdLst/>
              <a:ahLst/>
              <a:cxnLst/>
              <a:rect r="r" b="b" t="t" l="l"/>
              <a:pathLst>
                <a:path h="474133" w="5222926">
                  <a:moveTo>
                    <a:pt x="5019726" y="0"/>
                  </a:moveTo>
                  <a:cubicBezTo>
                    <a:pt x="5131951" y="0"/>
                    <a:pt x="5222926" y="106138"/>
                    <a:pt x="5222926" y="237067"/>
                  </a:cubicBezTo>
                  <a:cubicBezTo>
                    <a:pt x="5222926" y="367995"/>
                    <a:pt x="5131951" y="474133"/>
                    <a:pt x="5019726" y="474133"/>
                  </a:cubicBezTo>
                  <a:lnTo>
                    <a:pt x="203200" y="474133"/>
                  </a:lnTo>
                  <a:cubicBezTo>
                    <a:pt x="90976" y="474133"/>
                    <a:pt x="0" y="367995"/>
                    <a:pt x="0" y="237067"/>
                  </a:cubicBezTo>
                  <a:cubicBezTo>
                    <a:pt x="0" y="10613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22926" cy="512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57039" y="214811"/>
            <a:ext cx="1902509" cy="1430469"/>
          </a:xfrm>
          <a:custGeom>
            <a:avLst/>
            <a:gdLst/>
            <a:ahLst/>
            <a:cxnLst/>
            <a:rect r="r" b="b" t="t" l="l"/>
            <a:pathLst>
              <a:path h="1430469" w="1902509">
                <a:moveTo>
                  <a:pt x="0" y="0"/>
                </a:moveTo>
                <a:lnTo>
                  <a:pt x="1902509" y="0"/>
                </a:lnTo>
                <a:lnTo>
                  <a:pt x="1902509" y="1430469"/>
                </a:lnTo>
                <a:lnTo>
                  <a:pt x="0" y="143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54523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435212" y="-206359"/>
            <a:ext cx="4852788" cy="2212943"/>
            <a:chOff x="0" y="0"/>
            <a:chExt cx="6470384" cy="29505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774349" y="481966"/>
              <a:ext cx="3696035" cy="2168079"/>
            </a:xfrm>
            <a:custGeom>
              <a:avLst/>
              <a:gdLst/>
              <a:ahLst/>
              <a:cxnLst/>
              <a:rect r="r" b="b" t="t" l="l"/>
              <a:pathLst>
                <a:path h="2168079" w="3696035">
                  <a:moveTo>
                    <a:pt x="0" y="0"/>
                  </a:moveTo>
                  <a:lnTo>
                    <a:pt x="3696035" y="0"/>
                  </a:lnTo>
                  <a:lnTo>
                    <a:pt x="3696035" y="2168079"/>
                  </a:lnTo>
                  <a:lnTo>
                    <a:pt x="0" y="216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105" t="-137672" r="-73066" b="-180285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50591" cy="2950591"/>
            </a:xfrm>
            <a:custGeom>
              <a:avLst/>
              <a:gdLst/>
              <a:ahLst/>
              <a:cxnLst/>
              <a:rect r="r" b="b" t="t" l="l"/>
              <a:pathLst>
                <a:path h="2950591" w="2950591">
                  <a:moveTo>
                    <a:pt x="0" y="0"/>
                  </a:moveTo>
                  <a:lnTo>
                    <a:pt x="2950591" y="0"/>
                  </a:lnTo>
                  <a:lnTo>
                    <a:pt x="2950591" y="2950591"/>
                  </a:lnTo>
                  <a:lnTo>
                    <a:pt x="0" y="2950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763831" y="2307284"/>
            <a:ext cx="9413528" cy="9301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33"/>
              </a:lnSpc>
              <a:spcBef>
                <a:spcPct val="0"/>
              </a:spcBef>
            </a:pPr>
            <a:r>
              <a:rPr lang="en-US" sz="5381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NOVELTY IN YOUR SOLUTION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2863142" y="1626746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931069" y="0"/>
            <a:ext cx="19830798" cy="1800225"/>
            <a:chOff x="0" y="0"/>
            <a:chExt cx="5222926" cy="4741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222926" cy="474133"/>
            </a:xfrm>
            <a:custGeom>
              <a:avLst/>
              <a:gdLst/>
              <a:ahLst/>
              <a:cxnLst/>
              <a:rect r="r" b="b" t="t" l="l"/>
              <a:pathLst>
                <a:path h="474133" w="5222926">
                  <a:moveTo>
                    <a:pt x="5019726" y="0"/>
                  </a:moveTo>
                  <a:cubicBezTo>
                    <a:pt x="5131951" y="0"/>
                    <a:pt x="5222926" y="106138"/>
                    <a:pt x="5222926" y="237067"/>
                  </a:cubicBezTo>
                  <a:cubicBezTo>
                    <a:pt x="5222926" y="367995"/>
                    <a:pt x="5131951" y="474133"/>
                    <a:pt x="5019726" y="474133"/>
                  </a:cubicBezTo>
                  <a:lnTo>
                    <a:pt x="203200" y="474133"/>
                  </a:lnTo>
                  <a:cubicBezTo>
                    <a:pt x="90976" y="474133"/>
                    <a:pt x="0" y="367995"/>
                    <a:pt x="0" y="237067"/>
                  </a:cubicBezTo>
                  <a:cubicBezTo>
                    <a:pt x="0" y="10613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222926" cy="5122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257039" y="214811"/>
            <a:ext cx="1902509" cy="1430469"/>
          </a:xfrm>
          <a:custGeom>
            <a:avLst/>
            <a:gdLst/>
            <a:ahLst/>
            <a:cxnLst/>
            <a:rect r="r" b="b" t="t" l="l"/>
            <a:pathLst>
              <a:path h="1430469" w="1902509">
                <a:moveTo>
                  <a:pt x="0" y="0"/>
                </a:moveTo>
                <a:lnTo>
                  <a:pt x="1902509" y="0"/>
                </a:lnTo>
                <a:lnTo>
                  <a:pt x="1902509" y="1430469"/>
                </a:lnTo>
                <a:lnTo>
                  <a:pt x="0" y="143046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54523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3435212" y="-206359"/>
            <a:ext cx="4852788" cy="2212943"/>
            <a:chOff x="0" y="0"/>
            <a:chExt cx="6470384" cy="29505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2774349" y="481966"/>
              <a:ext cx="3696035" cy="2168079"/>
            </a:xfrm>
            <a:custGeom>
              <a:avLst/>
              <a:gdLst/>
              <a:ahLst/>
              <a:cxnLst/>
              <a:rect r="r" b="b" t="t" l="l"/>
              <a:pathLst>
                <a:path h="2168079" w="3696035">
                  <a:moveTo>
                    <a:pt x="0" y="0"/>
                  </a:moveTo>
                  <a:lnTo>
                    <a:pt x="3696035" y="0"/>
                  </a:lnTo>
                  <a:lnTo>
                    <a:pt x="3696035" y="2168079"/>
                  </a:lnTo>
                  <a:lnTo>
                    <a:pt x="0" y="216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105" t="-137672" r="-73066" b="-180285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950591" cy="2950591"/>
            </a:xfrm>
            <a:custGeom>
              <a:avLst/>
              <a:gdLst/>
              <a:ahLst/>
              <a:cxnLst/>
              <a:rect r="r" b="b" t="t" l="l"/>
              <a:pathLst>
                <a:path h="2950591" w="2950591">
                  <a:moveTo>
                    <a:pt x="0" y="0"/>
                  </a:moveTo>
                  <a:lnTo>
                    <a:pt x="2950591" y="0"/>
                  </a:lnTo>
                  <a:lnTo>
                    <a:pt x="2950591" y="2950591"/>
                  </a:lnTo>
                  <a:lnTo>
                    <a:pt x="0" y="29505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5557348" y="4229599"/>
            <a:ext cx="6853964" cy="16373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60"/>
              </a:lnSpc>
              <a:spcBef>
                <a:spcPct val="0"/>
              </a:spcBef>
            </a:pPr>
            <a:r>
              <a:rPr lang="en-US" sz="9543">
                <a:solidFill>
                  <a:srgbClr val="000000"/>
                </a:solidFill>
                <a:latin typeface="Alice Bold"/>
                <a:ea typeface="Alice Bold"/>
                <a:cs typeface="Alice Bold"/>
                <a:sym typeface="Alice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DAHPs8CdPaU</dc:identifier>
  <dcterms:modified xsi:type="dcterms:W3CDTF">2011-08-01T06:04:30Z</dcterms:modified>
  <cp:revision>1</cp:revision>
  <dc:title>TEAM NAME</dc:title>
</cp:coreProperties>
</file>